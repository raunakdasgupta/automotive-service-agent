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bf5eeb5-7323-90d6-65de-088894cfcdc8}">
          <p14:sldIdLst>
            <p14:sldId id="256"/>
          </p14:sldIdLst>
        </p14:section>
        <p14:section name="Architecture" id="{a81490dc-c9eb-8960-d70a-f8583d67454a}">
          <p14:sldIdLst>
            <p14:sldId id="257"/>
          </p14:sldIdLst>
        </p14:section>
        <p14:section name="Application flow" id="{ae9bcbb1-94e9-680d-f862-121c9a08c151}">
          <p14:sldIdLst>
            <p14:sldId id="258"/>
          </p14:sldIdLst>
        </p14:section>
        <p14:section name="Components" id="{974b707b-3153-0402-0106-eb081fa7c7dc}">
          <p14:sldIdLst>
            <p14:sldId id="259"/>
          </p14:sldIdLst>
        </p14:section>
        <p14:section name="Deployment" id="{417e6906-6846-e1e2-79ef-1746b7ab86a2}">
          <p14:sldIdLst>
            <p14:sldId id="260"/>
          </p14:sldIdLst>
        </p14:section>
        <p14:section name="Data model" id="{c70a8954-01e6-b699-ac84-d5429953b86b}">
          <p14:sldIdLst>
            <p14:sldId id="261"/>
          </p14:sldIdLst>
        </p14:section>
        <p14:section name="Lifecycle" id="{22f2c83a-6dbe-4da0-7752-ed5ca3280e00}">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2026-10-06T09:21:41Z</dcterms:created>
  <dcterms:modified xsi:type="dcterms:W3CDTF">2026-10-06T09:21:41Z</dcterms:modified>
</cp:coreProperties>
</file>