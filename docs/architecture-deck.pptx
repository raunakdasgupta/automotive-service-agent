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0c47147-e2a2-34e3-5f7f-18dbb4b5fc23}">
          <p14:sldIdLst>
            <p14:sldId id="256"/>
          </p14:sldIdLst>
        </p14:section>
        <p14:section name="Architecture" id="{5db22196-5980-70fd-3f4f-66f753af741e}">
          <p14:sldIdLst>
            <p14:sldId id="257"/>
          </p14:sldIdLst>
        </p14:section>
        <p14:section name="Application flow" id="{5f9d2555-b3f4-334e-2f61-569f41ff298c}">
          <p14:sldIdLst>
            <p14:sldId id="258"/>
          </p14:sldIdLst>
        </p14:section>
        <p14:section name="Components" id="{fc9c831b-f5cf-bbd2-0aca-84c72019ed8d}">
          <p14:sldIdLst>
            <p14:sldId id="259"/>
          </p14:sldIdLst>
        </p14:section>
        <p14:section name="Deployment" id="{5fd707d8-c64d-7c40-d66b-45383c85c320}">
          <p14:sldIdLst>
            <p14:sldId id="260"/>
          </p14:sldIdLst>
        </p14:section>
        <p14:section name="Data model" id="{aba7288b-78ee-f5f5-2b1d-bec3c1747ac3}">
          <p14:sldIdLst>
            <p14:sldId id="261"/>
          </p14:sldIdLst>
        </p14:section>
        <p14:section name="Lifecycle" id="{7750e60c-146d-8370-f562-8014bba70216}">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0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10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24 of 24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ten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Six measures as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2026-10-06T04:51:22Z</dcterms:created>
  <dcterms:modified xsi:type="dcterms:W3CDTF">2026-10-06T04:51:22Z</dcterms:modified>
</cp:coreProperties>
</file>