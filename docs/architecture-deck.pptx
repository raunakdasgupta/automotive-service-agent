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3f48f09-44e5-7a4c-0d10-1c216ca4be99}">
          <p14:sldIdLst>
            <p14:sldId id="256"/>
          </p14:sldIdLst>
        </p14:section>
        <p14:section name="Architecture" id="{dd4d777a-b73d-59a9-98dc-2a741ff9f7c4}">
          <p14:sldIdLst>
            <p14:sldId id="257"/>
          </p14:sldIdLst>
        </p14:section>
        <p14:section name="Application flow" id="{d0df32d4-3302-eca3-090f-189f7095b03e}">
          <p14:sldIdLst>
            <p14:sldId id="258"/>
          </p14:sldIdLst>
        </p14:section>
        <p14:section name="Components" id="{624dd53c-68b7-9c05-b2f3-2122b21d6886}">
          <p14:sldIdLst>
            <p14:sldId id="259"/>
          </p14:sldIdLst>
        </p14:section>
        <p14:section name="Deployment" id="{365aebcc-29e1-cbb0-b751-ae4327bcd1ad}">
          <p14:sldIdLst>
            <p14:sldId id="260"/>
          </p14:sldIdLst>
        </p14:section>
        <p14:section name="Data model" id="{26cc606b-0962-a890-0a4a-fd7e5a8c24c3}">
          <p14:sldIdLst>
            <p14:sldId id="261"/>
          </p14:sldIdLst>
        </p14:section>
        <p14:section name="Lifecycle" id="{1aa64589-807e-8b33-d5cb-64f672d4edb3}">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0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10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24 of 24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ten tools.</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6 of 6 question classes</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Six measures as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2026-10-05T17:29:11Z</dcterms:created>
  <dcterms:modified xsi:type="dcterms:W3CDTF">2026-10-05T17:29:11Z</dcterms:modified>
</cp:coreProperties>
</file>